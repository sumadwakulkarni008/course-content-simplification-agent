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Content Simplification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educational assistant</a:t>
            </a:r>
          </a:p>
          <a:p>
            <a:r>
              <a:t>IBM watsonx Orchestrate</a:t>
            </a:r>
          </a:p>
          <a:p>
            <a:r>
              <a:t>Problem Statement &amp;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Students often struggle with complex academic and technical content.</a:t>
            </a:r>
          </a:p>
          <a:p>
            <a:pPr>
              <a:spcAft>
                <a:spcPts val="1000"/>
              </a:spcAft>
              <a:defRPr sz="2200"/>
            </a:pPr>
            <a:r>
              <a:t>Difficult terminology and lengthy explanations can make learning harder.</a:t>
            </a:r>
          </a:p>
          <a:p>
            <a:pPr>
              <a:spcAft>
                <a:spcPts val="1000"/>
              </a:spcAft>
              <a:defRPr sz="2200"/>
            </a:pPr>
            <a:r>
              <a:t>Content may assume different levels of prior knowledge.</a:t>
            </a:r>
          </a:p>
          <a:p>
            <a:pPr>
              <a:spcAft>
                <a:spcPts val="1000"/>
              </a:spcAft>
              <a:defRPr sz="2200"/>
            </a:pPr>
            <a:r>
              <a:t>A simple, clear explanation is needed for effective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Build an AI-powered educational assistant for course content.</a:t>
            </a:r>
          </a:p>
          <a:p>
            <a:pPr>
              <a:spcAft>
                <a:spcPts val="1000"/>
              </a:spcAft>
              <a:defRPr sz="2200"/>
            </a:pPr>
            <a:r>
              <a:t>Simplify complex concepts into clear and concise explanations.</a:t>
            </a:r>
          </a:p>
          <a:p>
            <a:pPr>
              <a:spcAft>
                <a:spcPts val="1000"/>
              </a:spcAft>
              <a:defRPr sz="2200"/>
            </a:pPr>
            <a:r>
              <a:t>Use beginner-friendly language when required.</a:t>
            </a:r>
          </a:p>
          <a:p>
            <a:pPr>
              <a:spcAft>
                <a:spcPts val="1000"/>
              </a:spcAft>
              <a:defRPr sz="2200"/>
            </a:pPr>
            <a:r>
              <a:t>Preserve the important concepts while reducing unnecessary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Agent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Simplifies academic and technical content.</a:t>
            </a:r>
          </a:p>
          <a:p>
            <a:pPr>
              <a:spcAft>
                <a:spcPts val="1000"/>
              </a:spcAft>
              <a:defRPr sz="2200"/>
            </a:pPr>
            <a:r>
              <a:t>Provides easy-to-understand explanations.</a:t>
            </a:r>
          </a:p>
          <a:p>
            <a:pPr>
              <a:spcAft>
                <a:spcPts val="1000"/>
              </a:spcAft>
              <a:defRPr sz="2200"/>
            </a:pPr>
            <a:r>
              <a:t>Supports students with different knowledge levels.</a:t>
            </a:r>
          </a:p>
          <a:p>
            <a:pPr>
              <a:spcAft>
                <a:spcPts val="1000"/>
              </a:spcAft>
              <a:defRPr sz="2200"/>
            </a:pPr>
            <a:r>
              <a:t>Produces structured and concise responses.</a:t>
            </a:r>
          </a:p>
          <a:p>
            <a:pPr>
              <a:spcAft>
                <a:spcPts val="1000"/>
              </a:spcAft>
              <a:defRPr sz="2200"/>
            </a:pPr>
            <a:r>
              <a:t>Can be used interactively through the agent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Technology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Platform: IBM watsonx Orchestrate.</a:t>
            </a:r>
          </a:p>
          <a:p>
            <a:pPr>
              <a:spcAft>
                <a:spcPts val="1000"/>
              </a:spcAft>
              <a:defRPr sz="2200"/>
            </a:pPr>
            <a:r>
              <a:t>Generative AI / Large Language Model used for responses.</a:t>
            </a:r>
          </a:p>
          <a:p>
            <a:pPr>
              <a:spcAft>
                <a:spcPts val="1000"/>
              </a:spcAft>
              <a:defRPr sz="2200"/>
            </a:pPr>
            <a:r>
              <a:t>Course knowledge was added to support the agent.</a:t>
            </a:r>
          </a:p>
          <a:p>
            <a:pPr>
              <a:spcAft>
                <a:spcPts val="1000"/>
              </a:spcAft>
              <a:defRPr sz="2200"/>
            </a:pPr>
            <a:r>
              <a:t>The agent was tested using an evaluation workflow.</a:t>
            </a:r>
          </a:p>
          <a:p>
            <a:pPr>
              <a:spcAft>
                <a:spcPts val="1000"/>
              </a:spcAft>
              <a:defRPr sz="2200"/>
            </a:pPr>
            <a:r>
              <a:t>Version v1.0 was created and deployed to the Live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Testing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Test case: Explain machine learning in simple words for a beginner.</a:t>
            </a:r>
          </a:p>
          <a:p>
            <a:pPr>
              <a:spcAft>
                <a:spcPts val="1000"/>
              </a:spcAft>
              <a:defRPr sz="2200"/>
            </a:pPr>
            <a:r>
              <a:t>The evaluation was executed successfully.</a:t>
            </a:r>
          </a:p>
          <a:p>
            <a:pPr>
              <a:spcAft>
                <a:spcPts val="1000"/>
              </a:spcAft>
              <a:defRPr sz="2200"/>
            </a:pPr>
            <a:r>
              <a:t>Total tests: 1</a:t>
            </a:r>
          </a:p>
          <a:p>
            <a:pPr>
              <a:spcAft>
                <a:spcPts val="1000"/>
              </a:spcAft>
              <a:defRPr sz="2200"/>
            </a:pPr>
            <a:r>
              <a:t>Successful tests: 1</a:t>
            </a:r>
          </a:p>
          <a:p>
            <a:pPr>
              <a:spcAft>
                <a:spcPts val="1000"/>
              </a:spcAft>
              <a:defRPr sz="2200"/>
            </a:pPr>
            <a:r>
              <a:t>Success rate: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Course Content Simplification Agent was successfully created.</a:t>
            </a:r>
          </a:p>
          <a:p>
            <a:pPr>
              <a:spcAft>
                <a:spcPts val="1000"/>
              </a:spcAft>
              <a:defRPr sz="2200"/>
            </a:pPr>
            <a:r>
              <a:t>The agent passed the evaluation test.</a:t>
            </a:r>
          </a:p>
          <a:p>
            <a:pPr>
              <a:spcAft>
                <a:spcPts val="1000"/>
              </a:spcAft>
              <a:defRPr sz="2200"/>
            </a:pPr>
            <a:r>
              <a:t>Version v1.0 was deployed to the Live environment.</a:t>
            </a:r>
          </a:p>
          <a:p>
            <a:pPr>
              <a:spcAft>
                <a:spcPts val="1000"/>
              </a:spcAft>
              <a:defRPr sz="2200"/>
            </a:pPr>
            <a:r>
              <a:t>The solution provides a simple way for students to understand difficult course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project demonstrates how generative AI can support education.</a:t>
            </a:r>
          </a:p>
          <a:p>
            <a:pPr>
              <a:spcAft>
                <a:spcPts val="1000"/>
              </a:spcAft>
              <a:defRPr sz="2200"/>
            </a:pPr>
            <a:r>
              <a:t>The agent reduces the complexity of academic explanations.</a:t>
            </a:r>
          </a:p>
          <a:p>
            <a:pPr>
              <a:spcAft>
                <a:spcPts val="1000"/>
              </a:spcAft>
              <a:defRPr sz="2200"/>
            </a:pPr>
            <a:r>
              <a:t>It can help students learn concepts according to their level of understanding.</a:t>
            </a:r>
          </a:p>
          <a:p>
            <a:pPr>
              <a:spcAft>
                <a:spcPts val="1000"/>
              </a:spcAft>
              <a:defRPr sz="2200"/>
            </a:pPr>
            <a:r>
              <a:t>Future improvements can include more knowledge sources, additional tests, and richer learning interactions.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